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SENTINELVIEW AI  ·  FOR DATA ENGINEERING ON-CALL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53035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2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jobs. One decision.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81328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the failure, triaging it, reading the logs for a root cause, and writing the fix used to be one engineer's whole night. SentinelView AI does the first three instantly, drafts the fourth — and leaves exactly one thing for a human to do.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1274552" cy="0"/>
          </a:xfrm>
          <a:prstGeom prst="line">
            <a:avLst/>
          </a:prstGeom>
          <a:noFill/>
          <a:ln w="12700">
            <a:solidFill>
              <a:srgbClr val="DB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221224"/>
            <a:ext cx="11274552" cy="0"/>
          </a:xfrm>
          <a:prstGeom prst="line">
            <a:avLst/>
          </a:prstGeom>
          <a:noFill/>
          <a:ln w="12700">
            <a:solidFill>
              <a:srgbClr val="DBE4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31720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7D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803904"/>
            <a:ext cx="914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E8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SENTINELVIEW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99616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99616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99616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99616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in cold — cross-checks Airflow, BigQuery, and Cloud Logging by hand to find what broke.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71600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99616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99616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9961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99616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Segment Agent classifies the incident the moment it lands.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43630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71646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71646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71646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71646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stack trace, judges severity, opens a ticket by hand.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43630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71646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71646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71646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571646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instantly to the right queue — safe to automate, or needs a human.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15661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43677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43677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43677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643677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Digs through query history and pipeline runs, line by line, for the root cause.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15661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43677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43677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643677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643677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reads the same signal and names the root cause in seconds.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87691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715707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715707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15707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715707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SQL patch or config fix themselves, then tests it.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587691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715707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715707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DCF1E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715707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8272"/>
                </a:solidFill>
              </a:rPr>
              <a:t>🤖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715707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the fix, ready for review.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659722" y="2331720"/>
            <a:ext cx="207203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787738" y="2441448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9787738" y="2715768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9EDED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787738" y="2715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7D80"/>
                </a:solidFill>
              </a:rPr>
              <a:t>🧑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787738" y="3099816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dirty="0">
                <a:solidFill>
                  <a:srgbClr val="3F4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their own work and ships it.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659722" y="3803904"/>
            <a:ext cx="2072030" cy="1417320"/>
          </a:xfrm>
          <a:prstGeom prst="rect">
            <a:avLst/>
          </a:prstGeom>
          <a:solidFill>
            <a:srgbClr val="F2F8F7"/>
          </a:solidFill>
          <a:ln w="9525">
            <a:solidFill>
              <a:srgbClr val="DBE4E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787738" y="3913632"/>
            <a:ext cx="18159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787738" y="4187952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FBECC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78773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6B00"/>
                </a:solidFill>
              </a:rPr>
              <a:t>🧑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9787738" y="4572000"/>
            <a:ext cx="181599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2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human, one click: approve — or don't.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" y="5477256"/>
            <a:ext cx="11274552" cy="0"/>
          </a:xfrm>
          <a:prstGeom prst="line">
            <a:avLst/>
          </a:prstGeom>
          <a:noFill/>
          <a:ln w="12700">
            <a:solidFill>
              <a:srgbClr val="DBE4E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57200" y="56052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only manual step left is the one that </a:t>
            </a:r>
            <a:pPr indent="0" marL="0">
              <a:buNone/>
            </a:pPr>
            <a:r>
              <a:rPr lang="en-US" sz="1900" b="1" i="1" dirty="0">
                <a:solidFill>
                  <a:srgbClr val="9C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should</a:t>
            </a:r>
            <a:pPr indent="0" marL="0">
              <a:buNone/>
            </a:pPr>
            <a:r>
              <a:rPr lang="en-US" sz="1900" b="1" dirty="0">
                <a:solidFill>
                  <a:srgbClr val="12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be.</a:t>
            </a:r>
            <a:endParaRPr lang="en-US" sz="1900" dirty="0"/>
          </a:p>
        </p:txBody>
      </p:sp>
      <p:sp>
        <p:nvSpPr>
          <p:cNvPr id="61" name="Text 59"/>
          <p:cNvSpPr txBox="1"/>
          <p:nvPr/>
        </p:nvSpPr>
        <p:spPr>
          <a:xfrm>
            <a:off x="7315200" y="5660136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SENTINELVIEW AI — DE ON-CALL FRAMEWORK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2026-09-13T22:48:52Z</dcterms:created>
  <dcterms:modified xsi:type="dcterms:W3CDTF">2026-09-13T22:48:52Z</dcterms:modified>
</cp:coreProperties>
</file>