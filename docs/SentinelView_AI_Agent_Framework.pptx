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SENTINELVIEW AI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Framework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FD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Gemini-powered agents covering ticket classification through final fix — one module per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FD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one shared model, one source of truth for this deck.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dashboard/backend/ai_agents.py  ·  Model: gemini-2.5-flash  ·  DE On-Call Automation Framework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ticket moves through the framework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below is one agent call. Nothing in between is scripted guesswork.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model (gemini-2.5-flash)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600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stages: classify → act → apply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DF2F2"/>
          </a:solidFill>
          <a:ln w="15875">
            <a:solidFill>
              <a:srgbClr val="0B2E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172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Ticket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4838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injection or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 sync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74720" y="30632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DDE7E8"/>
          </a:solidFill>
          <a:ln w="15875">
            <a:solidFill>
              <a:srgbClr val="0B2E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11880" y="3172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Segment Agent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34838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into 1 of 14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961120" y="22860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1F3EF"/>
          </a:solidFill>
          <a:ln w="15875">
            <a:solidFill>
              <a:srgbClr val="0E6B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23957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 Agent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270662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+ acts,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step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61120" y="31089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 w="15875">
            <a:solidFill>
              <a:srgbClr val="B36A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98280" y="32186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Agent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52958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+ drafts,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approval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61120" y="3931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EF0F0"/>
          </a:solidFill>
          <a:ln w="15875">
            <a:solidFill>
              <a:srgbClr val="8A8F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98280" y="40416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(IAM/creds)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435254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only — never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auto-remediated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92840" y="2377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129284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1795760" y="22860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1F3EF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932920" y="23957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932920" y="270662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log shows the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reasoning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795760" y="31089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 w="15875">
            <a:solidFill>
              <a:srgbClr val="B36A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932920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932920" y="35295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on the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Board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38988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14356080" y="31089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DDEEF0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4493240" y="32186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Agent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14493240" y="352958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execution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approved fix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boundary: the apply step never re-decides anything — it executes exactly what a human already approved.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each agent slide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next 13 slides is generated from the same field set SentinelView's own /api/agents endpoint returns — the deck and the running system can't drift apart.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4144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agent exists to do, in one sentence.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4144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data handed into the prompt — ticket text, pipeline/table names.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6576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9592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deterministic check or calculation run BEFORE Gemini is asked to reason — so it narrates real signal, not invented numbers.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5204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6576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99592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instruction given to Gemini.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212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5504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ticket once the agent responds.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5212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5504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ticket log shows if Gemini or its credentials aren't reachable — the demo never goes blank.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55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color key: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03120" y="6327648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DDE7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103120" y="632764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94176" y="6327648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94176" y="632764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85232" y="6327648"/>
            <a:ext cx="2340864" cy="292608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85232" y="632764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Recommendation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DDE7E8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Segment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DE7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new ticket's free text and routes it to one of the 14 recognized failure categories, determining whether it goes to the Autonomous, AI-Assisted, or Advisory queue.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title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 (vendor incident text, or a synced GitHub issue body)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incident text into exactly one of the 14 category keys.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-- this is the first agent in the pipeline; nothing has been diagnosed yet.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category key + confidence score, which sets the ticket's automation level and queue.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Deterministic keyword scorer over each category's keyword list -- same categories, lower confidence, zero cloud dependency.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Feed Sentinel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vendor file/stream that missed its SLA arrival window and pauses the downstream DAG before it processes partial or empty data.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final incident-resolution note given the real feed-check result.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GCS existence check against the configured landing bucket (feed_sentinel.py) -- Gemini narrates the result, it does not decide file presence itself.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 appended to the ticket log;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The raw feed-check script output is used verbatim as the ticket log entry.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Health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third-party API failures as transient (rate-limit/timeout) vs. persistent (expired key/outage) and retries transient failures with backoff.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retry-vs-escalate and narrate the retry sequence and outcome.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of the automation playbook adds live endpoint health checks).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3-retry exponential-backoff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Watchdog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Airflow/Dagster/Prefect stalls (deadlocks, evicted workers, zombie tasks) and clears them without a scheduler restart.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Pipeline/DAG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stall signature and narrate the automated remediation performed.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scheduler/worker health metrics).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zombie-task-clear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🫩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Doctor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warehouse queries for lock contention and kills anything past a safe runtime threshold, notifying the query owner with the likely cause.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likely query-plan issue and narrate killing the query.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BigQuery/Snowflake query-plan reads).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missing-partition-filter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Observability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row-count and value-distribution baselines per table per run to catch corruption that finished 'successfully' but is wrong -- the case no dbt test caught.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anomaly and narrate quarantining the affected partition.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a standing row-count/distribution baseline store).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note; ticket auto-resolves (root cause still needs a human look).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row-count-anomaly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Health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7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database connection pool utilization and circuit-breaks the lowest-priority consumer before the pool fully exhausts.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saturation source and narrate the circuit-break action.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Cloud Monitoring metric reads).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pool-saturation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Forecaster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8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storage/slot usage trends and defers low-priority load before a hard quota cap is hit.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capacity trend and narrate deferring a job to relieve pressure.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usage-trend forecasting).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capacity-pressure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Pace Predictor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9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current batch progress against historical run-duration distributions to alert on-call hours before an SLA is actually missed, not after.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pace shortfall and narrate the escalation with a specific time margin.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run-duration history).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 (escalation alert);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pace-shortfall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BEEDC"/>
          </a:solidFill>
          <a:ln w="12700">
            <a:solidFill>
              <a:srgbClr val="B36A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Drift Repair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RECOMMENDATION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10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an upstream schema change (renamed/retyped columns) and drafts a BigQuery SQL adapter to reconcile old and new shapes.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 (the schema drift details)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SQL adapter and explain it in 1-2 sentences.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-- the fix is drafted directly from the incident description.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recommendation posted to the ticket log; ticket moves to Awaiting Approval.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The known-good COALESCE/SAFE_CAST adapter pattern for this exact incident.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BEEDC"/>
          </a:solidFill>
          <a:ln w="12700">
            <a:solidFill>
              <a:srgbClr val="B36A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Doctor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RECOMMENDATION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11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Spark/Trino/Ray OOM and data-skew failures and recommends a repartition key and memory setting -- gated behind approval since it changes cluster spend.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likely skew/config cause and recommend a specific fix.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executor-log reads).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recommendation posted to the ticket log; ticket moves to Awaiting Approval.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skew-diagnosis + repartition recommendation.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BEEDC"/>
          </a:solidFill>
          <a:ln w="12700">
            <a:solidFill>
              <a:srgbClr val="B36A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 Triage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RECOMMENDATION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12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dbt test / Great Expectations failures (duplicates, nulls, threshold breaches) and recommends a logic fix.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root cause of the failing test and recommend a specific fix.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test-run history correlation).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recommendation posted to the ticket log; ticket moves to Awaiting Approval.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dedup-CTE recommendation.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BEEDC"/>
          </a:solidFill>
          <a:ln w="12700">
            <a:solidFill>
              <a:srgbClr val="B36A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Backfill Planning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RECOMMENDATION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13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a computed blast-radius plan (affected partitions, tables, BigQuery cost) for an on-call engineer to approve -- shared by both the late-arriving-records and urgent-backfill-request categories.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blast-radius calculation (backfill_agent.py)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real plan and recommend approval, citing the exact numbers given.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deterministic calculation: partition count x bytes-per-partition x downstream-table count, converted to a $/TB-scanned BigQuery cost estimate. Gemini narrates and recommends; it never invents the numbers.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recommendation posted to the ticket log; ticket moves to Awaiting Approval.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The formatted real plan output, without Gemini's narration layer.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framework, not a demo script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files, one clean boundary — that's what makes this replicable into another client's stack.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0F3B41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ai_agents.py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42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reusable framework — portable to any client with zero ticket-board code.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0896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FAILURE_CATALOG: the 14 recognized failure modes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AGENT_SPECS: purpose/inputs/decisions for every agent — the source this deck was generated from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call_gemini(): the one function every agent goes through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 agent functions, each grounded in real data where it exists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0F3B41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ticket_engine.py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542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board wiring — specific to this dashboard, not to Gemini.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10896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/ TicketStore: in-memory board state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classify_ticket / start_autonomous_fix / start_assisted_analysis / approve_ticket: the 4-stage lifecycle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Calls into ai_agents.py at each stage — never contains a prompt itself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into a new client: copy ai_agents.py, swap FAILURE_CATALOG for their failure taxonomy, point call_gemini() at their GCP project. The ticket board layer needs no changes.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live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8191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Default Credentials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928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— Gemini, Secret Manager, GCS, BigQuery all reachable under your account.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1635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88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1272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confirmed working in ctech-flowsentinel-ai / us-central1 — the 1.5/2.0 model IDs are retired in this project.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BEEDC"/>
          </a:solidFill>
          <a:ln w="12700">
            <a:solidFill>
              <a:srgbClr val="B36A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0507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0233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PAT for the org repo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3616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pending org-admin approval — blocks live ticket mirroring and Production Mode's GitHub sync only. Every agent above works without it.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log line already shows which engine answered — 🧠 Gemini or 📋 Template — so this transparency ships with the framework, not just this deck.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2026-09-11T00:33:30Z</dcterms:created>
  <dcterms:modified xsi:type="dcterms:W3CDTF">2026-09-11T00:33:30Z</dcterms:modified>
</cp:coreProperties>
</file>