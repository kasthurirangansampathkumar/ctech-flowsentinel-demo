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FLOWSENTINEL AI  ·  FOR DATA ENGINEERING ON-CALL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3035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2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jobs. One decision.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the failure, triaging it, reading the logs for a root cause, and writing the fix used to be one engineer's whole night. FlowSentinel AI does the first three instantly, drafts the fourth — and leaves exactly one thing for a human to 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74552" cy="0"/>
          </a:xfrm>
          <a:prstGeom prst="line">
            <a:avLst/>
          </a:prstGeom>
          <a:noFill/>
          <a:ln w="12700">
            <a:solidFill>
              <a:srgbClr val="DB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221224"/>
            <a:ext cx="11274552" cy="0"/>
          </a:xfrm>
          <a:prstGeom prst="line">
            <a:avLst/>
          </a:prstGeom>
          <a:noFill/>
          <a:ln w="12700">
            <a:solidFill>
              <a:srgbClr val="DBE4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D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03904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FLOWSENTINEL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99616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99616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99616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in cold — cross-checks Airflow, BigQuery, and Cloud Logging by hand to find what broke.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0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99616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99616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9961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Segment Agent classifies the incident the moment it lands.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43630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1646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71646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71646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71646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stack trace, judges severity, opens a ticket by hand.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43630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71646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71646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7164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71646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instantly to the right queue — safe to automate, or needs a human.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15661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43677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43677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43677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43677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Digs through query history and pipeline runs, line by line, for the root cause.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15661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43677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43677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43677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643677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reads the same signal and names the root cause in seconds.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87691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15707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15707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15707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715707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SQL patch or config fix themselves, then tests it.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7691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15707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15707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715707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715707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the fix, ready for review.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59722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787738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87738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78773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787738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their own work and ships it.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659722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87738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787738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BECC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78773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6B00"/>
                </a:solidFill>
              </a:rPr>
              <a:t>🧑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9787738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human, one click: approve — or don't.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5477256"/>
            <a:ext cx="11274552" cy="0"/>
          </a:xfrm>
          <a:prstGeom prst="line">
            <a:avLst/>
          </a:prstGeom>
          <a:noFill/>
          <a:ln w="12700">
            <a:solidFill>
              <a:srgbClr val="DBE4E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56052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manual step left is the one that </a:t>
            </a:r>
            <a:pPr indent="0" marL="0">
              <a:buNone/>
            </a:pPr>
            <a:r>
              <a:rPr lang="en-US" sz="1900" b="1" i="1" dirty="0">
                <a:solidFill>
                  <a:srgbClr val="9C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</a:t>
            </a:r>
            <a:pPr indent="0" marL="0">
              <a:buNone/>
            </a:pPr>
            <a:r>
              <a:rPr lang="en-US" sz="1900" b="1" dirty="0">
                <a:solidFill>
                  <a:srgbClr val="12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be.</a:t>
            </a:r>
            <a:endParaRPr lang="en-US" sz="1900" dirty="0"/>
          </a:p>
        </p:txBody>
      </p:sp>
      <p:sp>
        <p:nvSpPr>
          <p:cNvPr id="61" name="Text 59"/>
          <p:cNvSpPr txBox="1"/>
          <p:nvPr/>
        </p:nvSpPr>
        <p:spPr>
          <a:xfrm>
            <a:off x="7315200" y="566013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FLOWSENTINEL AI — DE ON-CALL FRAMEWORK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2026-09-13T22:48:52Z</dcterms:created>
  <dcterms:modified xsi:type="dcterms:W3CDTF">2026-09-13T22:48:52Z</dcterms:modified>
</cp:coreProperties>
</file>